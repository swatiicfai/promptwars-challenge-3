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Terralife 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Track, Understand &amp; Reduce Your Carbon Footprint</a:t>
            </a:r>
          </a:p>
          <a:p>
            <a:r>
              <a:t>PromptWars Challenge 3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High global emissions</a:t>
            </a:r>
          </a:p>
          <a:p>
            <a:r>
              <a:t>- Lack of individual awareness</a:t>
            </a:r>
          </a:p>
          <a:p>
            <a:r>
              <a:t>- Complex carbon calculations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Terralife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Multi-step interactive calculator</a:t>
            </a:r>
          </a:p>
          <a:p>
            <a:r>
              <a:t>- Real-time footprint estimates</a:t>
            </a:r>
          </a:p>
          <a:p>
            <a:r>
              <a:t>- Actionable, personalized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Gamified 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Daily Green Habits Tracker</a:t>
            </a:r>
          </a:p>
          <a:p>
            <a:r>
              <a:t>- Earn XP and Level up</a:t>
            </a:r>
          </a:p>
          <a:p>
            <a:r>
              <a:t>- Unlockable Eco-Badges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Carbon Swap Simulator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Visualize lifestyle changes</a:t>
            </a:r>
          </a:p>
          <a:p>
            <a:r>
              <a:t>- Interactive sliders for commuting, diet, &amp; energy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Frontend: Vanilla JS, HTML5, CSS3</a:t>
            </a:r>
          </a:p>
          <a:p>
            <a:r>
              <a:t>- Deployment: Docker &amp; Google Cloud Run</a:t>
            </a:r>
          </a:p>
          <a:p>
            <a:r>
              <a:t>- Secure &amp; Client-side heavy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 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Try the live demo today.</a:t>
            </a:r>
          </a:p>
          <a:p>
            <a:r>
              <a:t>Let's build a greener future,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